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34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Services Proposal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{{MUSTERI}}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Proposal date: {{TEKLIF_TARIHI}}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{{TEKLIF_NO}}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3455"/>
                </a:solidFill>
              </a:rPr>
              <a:t>Summary</a:t>
            </a:r>
            <a:endParaRPr lang="en-US" sz="2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Period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{{DONEM}}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Amount (excl. VAT)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{{TUTAR}}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Currency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{{PARA_BIRIMI}}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Reporting framework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{{FRC}}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Audit trigger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{{DENETIM_NEDENI}}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Type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{{TEKLIF_TIPI}}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3455"/>
                </a:solidFill>
              </a:rPr>
              <a:t>Special terms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{{OZEL_SARTLAR}}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Offer template EN</dc:title>
  <dc:subject>PptxGenJS Presentation</dc:subject>
  <dc:creator>Crowe HSY</dc:creator>
  <cp:lastModifiedBy>Crowe HSY</cp:lastModifiedBy>
  <cp:revision>1</cp:revision>
  <dcterms:created xsi:type="dcterms:W3CDTF">2026-07-14T09:49:40Z</dcterms:created>
  <dcterms:modified xsi:type="dcterms:W3CDTF">2026-07-14T09:49:40Z</dcterms:modified>
</cp:coreProperties>
</file>